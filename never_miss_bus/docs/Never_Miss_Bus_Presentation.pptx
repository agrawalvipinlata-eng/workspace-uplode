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 sec): 'Good morning! Kya aapke bachhe ne kabhi bus miss ki hai? Ya aap sardi/baarish mein stop pe khade intezaar karte rahe ho bina jaane bus kahan hai? Main aapko dikhata hoon Never Miss Bus — hamare school ke liye ek secure live bus tracking app.'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(1 min): Relatable banao. Audience se poochho — 'Kitne logon ne yeh feel kiya hai?' Last point important hai: normal GPS-sharing apps bachhon ke liye unsafe hain kyunki koi bhi link se location dekh sakta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(1 min): Teen roles clearly batao. Key line: 'Student sirf APNI bus dekh sakta hai — yeh app ka rule nahi, server ka rule hai. Koi hack karke bhi doosri bus nahi dekh sakta.'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(1.5 min): Mockups pe point karo. Honest-status wali baat highlight karo — 'Agar driver ka network chala jaye, app jhooth nahi bolti. Saaf batati hai location kitni purani hai.' Yeh trust build karta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DRIVER+ADMIN (1.5 min): Driver safety pe zor do — 'Driver ko driving ke time phone chhoona hi nahi padta.' Admin side pe school ka control dikhao — 'School ke paas poora control hai, parents ko sirf dekhne ka access.'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(1.5 min): Yeh slide parents/principal ke liye sabse important hai. Bolo: 'Yeh WhatsApp location sharing ya generic tracker se bilkul alag hai. Yahan security database ke level pe hai — Google ke Firebase rules — app todne se bhi data nahi milta.'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(1 min): Non-technical audience ke liye simple rakho — 'Google ki hi technologies pe bana hai. Cost ki baat zaroor karo: Firebase ka free tier chhote school ke liye kaafi hai.'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(3-4 min): Do phone use karo — ek driver, ek student. Agar live demo risky lage toh pehle se screen-recording bana lo (backup video). Demo se pehle sab login karke ready rakho. Wow moment: student phone pe bus marker MOVE hota hua dikhao.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(30 sec): Confident khatam karo. Pilot ka idea do — 'Hum ek bus se shuru kar sakte hain, 2 hafte mein results dikha denge.' Phir Q&amp;A kholo. Common questions ki taiyaari DEMO_SCRIPT mein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72887" y="6858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28919" y="1170432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6079" y="1261872"/>
            <a:ext cx="219456" cy="164592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76975" y="1261872"/>
            <a:ext cx="219456" cy="164592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7871" y="1261872"/>
            <a:ext cx="219456" cy="164592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93511" y="1664208"/>
            <a:ext cx="164592" cy="164592"/>
          </a:xfrm>
          <a:prstGeom prst="ellipse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33591" y="1664208"/>
            <a:ext cx="164592" cy="164592"/>
          </a:xfrm>
          <a:prstGeom prst="ellipse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NEVER MISS 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CFE0FF"/>
                </a:solidFill>
                <a:latin typeface="Calibri"/>
              </a:rPr>
              <a:t>Secure School Bus Live-Tracking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4167" y="4206240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4167" y="4261104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5B3C00"/>
                </a:solidFill>
                <a:latin typeface="Calibri"/>
              </a:rPr>
              <a:t>SRBS INTERNATIONAL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CFE0FF"/>
                </a:solidFill>
                <a:latin typeface="Calibri"/>
              </a:rPr>
              <a:t>Android + iOS  ·  Flutter + Firebase  ·  Student · Driver ·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0807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Presented by:  [Apna naam yahan]     |   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Roz ki pareshani — bus ka intezaar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7233B"/>
                </a:solidFill>
                <a:latin typeface="Calibri"/>
              </a:rPr>
              <a:t>Students stop pe intezaar karte hain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pata nahi bus 2 minute door hai ya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23744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7233B"/>
                </a:solidFill>
                <a:latin typeface="Calibri"/>
              </a:rPr>
              <a:t>Parents ko tension rehti hai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bachha nikla, bus aayi ya nahi — koi jaankari nahi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93008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0273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7233B"/>
                </a:solidFill>
                <a:latin typeface="Calibri"/>
              </a:rPr>
              <a:t>Bus miss = poora din kharab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late arrival, extra trips, phone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62272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7233B"/>
                </a:solidFill>
                <a:latin typeface="Calibri"/>
              </a:rPr>
              <a:t>School office pe calls ka bojh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'Bus kahan hai?' — har roz wahi sawaal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31536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4126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7233B"/>
                </a:solidFill>
                <a:latin typeface="Calibri"/>
              </a:rPr>
              <a:t>Generic GPS apps safe nahi hain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public tracking links = privacy risk for children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Never Miss Bus — ek app, teen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STUDENT / PARENT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57D6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Apni bus LIVE map pe dekho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57D6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Route, stops, apna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95344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57D6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'~8 min mein aa rahi hai' 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08576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57D6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Bus approaching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60020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6916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68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3E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Ek button: START 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182112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3E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GPS automatic share hota 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895344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3E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Driving ke waqt kuch nahi karna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608576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8E3E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END TRIP — tracking band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0020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60020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8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916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SCHOOL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468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5B00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Buses, routes, stops 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82112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5B00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Students/drivers assign karo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895344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5B00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Saari buses ek map 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608576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8A5B00"/>
                </a:solidFill>
                <a:latin typeface="Calibri"/>
              </a:rPr>
              <a:t>✓  </a:t>
            </a:r>
            <a:r>
              <a:rPr sz="1500" b="0">
                <a:solidFill>
                  <a:srgbClr val="17233B"/>
                </a:solidFill>
                <a:latin typeface="Calibri"/>
              </a:rPr>
              <a:t>Announcements bhejo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A3FA0"/>
                </a:solidFill>
                <a:latin typeface="Calibri"/>
              </a:rPr>
              <a:t>Har role ko sirf wahi dikhta hai jo uske liye hai — backend rules se enforced.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Bachhon ke liye — simple aur friendly</a:t>
            </a:r>
          </a:p>
        </p:txBody>
      </p:sp>
      <p:pic>
        <p:nvPicPr>
          <p:cNvPr id="6" name="Picture 5" descr="stud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2505808" cy="5212080"/>
          </a:xfrm>
          <a:prstGeom prst="rect">
            <a:avLst/>
          </a:prstGeom>
        </p:spPr>
      </p:pic>
      <p:pic>
        <p:nvPicPr>
          <p:cNvPr id="7" name="Picture 6" descr="studen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417320"/>
            <a:ext cx="2505808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Greeting + apni bus card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bus number, plate, ON TRIP status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Bada 'Track My Bus' button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ek tap — live map khul jaata hai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School-bus marker 🚌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route line, saare stops, apna stop star ke saath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Honest ETA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'approximately 8 min' — kabhi jhootha vaada nahi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Alerts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trip started, bus approaching, bus reached stop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Agar signal chala jaye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'Last updated 2 min ago' dikhata hai — purani location ko live nahi bolta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DRIVER &amp;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Driver ke liye 1 button · Admin ke liye full control</a:t>
            </a:r>
          </a:p>
        </p:txBody>
      </p:sp>
      <p:pic>
        <p:nvPicPr>
          <p:cNvPr id="6" name="Picture 5" descr="driv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2505808" cy="5212080"/>
          </a:xfrm>
          <a:prstGeom prst="rect">
            <a:avLst/>
          </a:prstGeom>
        </p:spPr>
      </p:pic>
      <p:pic>
        <p:nvPicPr>
          <p:cNvPr id="7" name="Picture 6" descr="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17320"/>
            <a:ext cx="2505808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Driver: START TRIP dabao, bas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GPS apne aap share hota hai — screen band ho toh bhi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Driving ke waqt zero distraction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koi interaction ki zaroorat nahi — safety first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Admin: poora transport structure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Bus → Driver → Route → Stops → Students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Live monitoring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saari active buses ek hi map pe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Ek click mein account disable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koi phone kho jaye toh turant access band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7233B"/>
                </a:solidFill>
                <a:latin typeface="Calibri"/>
              </a:rPr>
              <a:t>•  Activity logs</a:t>
            </a:r>
            <a:r>
              <a:rPr sz="1500" b="0">
                <a:solidFill>
                  <a:srgbClr val="5A6779"/>
                </a:solidFill>
                <a:latin typeface="Calibri"/>
              </a:rPr>
              <a:t> — kaun kya kab kiya — sab recorded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SECURITY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Bachhon ki safety = sabse pehli priority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5448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Student sirf apni bus dekh sakta hai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server-side rules — app hack karke bhi bypass nahi hota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21992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67712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Koi public tracking link nahi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67712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bina school-account login ke kuch nahi dikhta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35224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9923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80944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Accounts sirf school banata 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80944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koi khud register nahi kar sakta, koi apni bus change nahi kar sakta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48456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94176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Students ka personal data minimal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94176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sirf naam, class, bus/stop — phone number tak store nahi hota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61688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25696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07408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Location history store nahi hoti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07408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trip khatam = location data delete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389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12064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Passwords encrypted (Google Firebase)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2064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kabhi plain text mein store nahi hote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88152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521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7233B"/>
                </a:solidFill>
                <a:latin typeface="Calibri"/>
              </a:rP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833872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7233B"/>
                </a:solidFill>
                <a:latin typeface="Calibri"/>
              </a:rPr>
              <a:t>Har admin action ka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833872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tamper-proof audit log — koi mita nahi sakta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Modern, proven, scalable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97480" cy="128016"/>
          </a:xfrm>
          <a:prstGeom prst="roundRect">
            <a:avLst>
              <a:gd name="adj" fmla="val 8000"/>
            </a:avLst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33B"/>
                </a:solidFill>
                <a:latin typeface="Calibri"/>
              </a:rPr>
              <a:t>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Ek codebase → Android + iOS dono. Google ki technology.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6002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0712" y="1600200"/>
            <a:ext cx="2697480" cy="128016"/>
          </a:xfrm>
          <a:prstGeom prst="roundRect">
            <a:avLst>
              <a:gd name="adj" fmla="val 8000"/>
            </a:avLst>
          </a:prstGeom>
          <a:solidFill>
            <a:srgbClr val="8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920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33B"/>
                </a:solidFill>
                <a:latin typeface="Calibri"/>
              </a:rPr>
              <a:t>Firebase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42316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Google ka secure backend — Auth, database, notifications.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6002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1600200"/>
            <a:ext cx="2697480" cy="128016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920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33B"/>
                </a:solidFill>
                <a:latin typeface="Calibri"/>
              </a:rPr>
              <a:t>Google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42316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Wahi maps jo sab roz use karte 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6002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34856" y="1600200"/>
            <a:ext cx="2697480" cy="128016"/>
          </a:xfrm>
          <a:prstGeom prst="roundRect">
            <a:avLst>
              <a:gd name="adj" fmla="val 8000"/>
            </a:avLst>
          </a:prstGeom>
          <a:solidFill>
            <a:srgbClr val="1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920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7233B"/>
                </a:solidFill>
                <a:latin typeface="Calibri"/>
              </a:rPr>
              <a:t>Cloud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42316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779"/>
                </a:solidFill>
                <a:latin typeface="Calibri"/>
              </a:rPr>
              <a:t>Server-side logic — accounts, alerts,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11064240" cy="2286000"/>
          </a:xfrm>
          <a:prstGeom prst="roundRect">
            <a:avLst>
              <a:gd name="adj" fmla="val 8000"/>
            </a:avLst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10424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A3FA0"/>
                </a:solidFill>
                <a:latin typeface="Calibri"/>
              </a:rPr>
              <a:t>Quality metrics: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33B"/>
                </a:solidFill>
                <a:latin typeface="Calibri"/>
              </a:rPr>
              <a:t>✓  63 Dart files, ~8,000 lines — clean architecture, 0 analyzer issues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33B"/>
                </a:solidFill>
                <a:latin typeface="Calibri"/>
              </a:rPr>
              <a:t>✓  15/15 automated tests passing (freshness honesty, ETA guardrails, security parsing)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33B"/>
                </a:solidFill>
                <a:latin typeface="Calibri"/>
              </a:rPr>
              <a:t>✓  Working APK built &amp; verified — aaj hi install karke dikha sakta hoon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7233B"/>
                </a:solidFill>
                <a:latin typeface="Calibri"/>
              </a:rPr>
              <a:t>✓  Running cost: chhote school ke liye lagbhag ₹0/month (Firebase free limits ke andar)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Ab main aapko chala ke dikhata hoon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682496"/>
            <a:ext cx="457200" cy="457200"/>
          </a:xfrm>
          <a:prstGeom prst="ellipse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36776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233B"/>
                </a:solidFill>
                <a:latin typeface="Calibri"/>
              </a:rPr>
              <a:t>Admin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36776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Bus 3 banayi, route + 4 stops add kiye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59152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2487168"/>
            <a:ext cx="457200" cy="457200"/>
          </a:xfrm>
          <a:prstGeom prst="ellipse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41448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233B"/>
                </a:solidFill>
                <a:latin typeface="Calibri"/>
              </a:rPr>
              <a:t>Student assign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41448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Aarav ko Bus 3 + Rajpur Road stop diya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163824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3291840"/>
            <a:ext cx="457200" cy="457200"/>
          </a:xfrm>
          <a:prstGeom prst="ellipse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4612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233B"/>
                </a:solidFill>
                <a:latin typeface="Calibri"/>
              </a:rPr>
              <a:t>Driver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46120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START TRIP dabaya — GPS 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68496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25880" y="4096512"/>
            <a:ext cx="457200" cy="457200"/>
          </a:xfrm>
          <a:prstGeom prst="ellipse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5079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233B"/>
                </a:solidFill>
                <a:latin typeface="Calibri"/>
              </a:rPr>
              <a:t>Student 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050792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Track My Bus → bus LIVE chal rahi hai 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773168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25880" y="4901184"/>
            <a:ext cx="457200" cy="457200"/>
          </a:xfrm>
          <a:prstGeom prst="ellipse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855464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233B"/>
                </a:solidFill>
                <a:latin typeface="Calibri"/>
              </a:rPr>
              <a:t>Notification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55464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'Bus approaching' alert aaya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577840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5705856"/>
            <a:ext cx="457200" cy="457200"/>
          </a:xfrm>
          <a:prstGeom prst="ellipse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660136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233B"/>
                </a:solidFill>
                <a:latin typeface="Calibri"/>
              </a:rPr>
              <a:t>END TRIP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660136"/>
            <a:ext cx="5760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779"/>
                </a:solidFill>
                <a:latin typeface="Calibri"/>
              </a:rPr>
              <a:t>tracking band — student ko saaf dikh gaya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3FA0"/>
                </a:solidFill>
                <a:latin typeface="Calibri"/>
              </a:rPr>
              <a:t>Launch plan aur aage ka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1 — Pilot (2 hafte)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1 bus, 1 driver, ~20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Feedback lo, tuning karo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27632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2 — Full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Saari buses +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346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Parents ko onboarding SMS/note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5448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554480"/>
            <a:ext cx="3657600" cy="548640"/>
          </a:xfrm>
          <a:prstGeom prst="roundRect">
            <a:avLst>
              <a:gd name="adj" fmla="val 8000"/>
            </a:avLst>
          </a:prstGeom>
          <a:solidFill>
            <a:srgbClr val="8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627632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3 — Future ideas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317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Parent-specific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Attendance on 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375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233B"/>
                </a:solidFill>
                <a:latin typeface="Calibri"/>
              </a:rPr>
              <a:t>•  Hindi language 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25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Never Miss Bus — kyunki har bachhe ka time, safety aur sukoon important hai.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CFE0FF"/>
                </a:solidFill>
                <a:latin typeface="Calibri"/>
              </a:rPr>
              <a:t>Questions?  Main demo ke liye taiyaar hoon. 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